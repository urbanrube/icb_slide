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notesMaster" Target="notesMasters/notesMaster1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슬라이드는 발표 시작용 표지입니다. 간단한 인사와 발표 목적(데이터 탐색 및 시각화 결과 공유)을 말하면 좋습니다. 발표 시간과 청중 수준을 고려해 핵심 메시지를 미리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청중에게 발표의 흐름을 미리 안내합니다. 각 섹션별로 1문장씩 설명(데이터, 시각화, 인사이트, 권장사항)을 추가하면 이해가 쉬워집니다.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데이터의 크기와 변수 목록을 간단히 소개합니다. 분석 대상과 범위를 명확히 하여 이후 시각화 해석에서 혼동이 없도록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전처리(결측치 제거) 방식을 알려줍니다. 결측의 분포나 특정 변수에서 결측이 집중되었는지 여부가 해석에 영향을 줄 수 있음을 간단히 언급하세요.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사용한 기법과 목적을 소개합니다. 각 시각화가 어떤 분석 질문(분포, 분류, 상관 등)에 답하는지 한 문장으로 요약해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교차표로 종과 섬의 결합 분포를 보여줍니다. 특정 종이 특정 섬에만 관측되는 패턴은 서식지 선호 또는 표본 수집 편향을 시사하므로 보전·표본설계 관점에서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피봇테이블은 섬별로 종의 평균 체중을 비교합니다. nan은 표본 부족을 의미하므로 통계검정 전 표본 수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히스토그램을 통해 중심경향(평균·중앙값)과 분포의 비대칭성을 설명하세요. 이상치로 보이는 고체중 관측값은 측정 오류 또는 특이 개체일 수 있음을 언급합니다.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KDE는 분포의 형태를 부드럽게 보여줍니다. 종별 피크 위치와 폭의 차이를 설명하고, 지느러미 길이가 분류에 유용한 변수임을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산점도에서 군집을 관찰하여 종별 분포 차이를 설명하세요. 동일 지느러미 길이에서 종별 체중 차이가 있는지, 또는 성별에 따른 분산 차이가 있는지도 언급합니다.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페어플롯은 여러 변수의 결합 분포와 종별 분리를 동시에 보여줍니다. 분류 모델에서 어떤 변수 쌍이 유용한지 요약해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박스플롯을 통해 중앙값·사분위수·이상치를 설명하세요. Gentoo의 변동성이 높은 이유로 표본 이질성 가능성을 제시할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바이올린 플롯은 분포의 세부 구조를 보여줍니다. 피크의 수와 위치를 보며 개체군 내 이질성 여부를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샘플 수 불균형은 통계 비교와 분류에 영향을 줍니다. 필요시 가중치 적용이나 재표본추출로 보정하는 방법을 권장하세요.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섬 간 차이를 설명하며 생태적 요인(먹이, 기후, 경쟁 등)을 원인으로 추정해 후속 조사를 권장하세요.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스웜플롯은 개체 단위의 분포를 보여주므로 소수의 특이값 식별에 유리합니다. 성별 표기가 있으면 성별 차이도 함께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KDE에서 피크 위치와 겹침 정도를 설명합니다. 분포가 크게 겹치면 분류에 어려움이 있을 수 있음을 언급하세요.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상관행렬로 변수 간 상관성 수준을 파악하고 다중공선성 가능성을 검토하세요. 회귀/예측 모델 시 변수 선택 기준을 제시하세요.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페싯으로 종별 패턴 차이를 보여줍니다. 어떤 변수 조합에서 종 분리가 잘 되는지 예시를 들어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핵심 메시지를 간결하게 요약하고 후속 권장 사항을 명시하세요. 발표 마무리에서 질문 시간을 안내하고, 추가 데이터·코드 접근 위치를 제공하면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부록에서는 결과물 위치와 파일명을 안내합니다. 필요 시 실행 명령(예: </a:t>
            </a:r>
            <a:r>
              <a:rPr>
                <a:latin typeface="Courier"/>
              </a:rPr>
              <a:t>python analyze_penguins.py</a:t>
            </a:r>
            <a:r>
              <a:rPr/>
              <a:t>)을 추가하여 재현 가능성을 높이세요.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슬라이드는 발표 시작용 표지입니다. 간단한 인사와 발표 목적(데이터 탐색 및 시각화 결과 공유)을 말하면 좋습니다. 발표 시간과 청중 수준을 고려해 핵심 메시지를 미리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청중에게 발표의 흐름을 미리 안내합니다. 각 섹션별로 1문장씩 설명(데이터, 시각화, 인사이트, 권장사항)을 추가하면 이해가 쉬워집니다.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1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1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12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 분석 슬라이드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 분석</a:t>
            </a:r>
          </a:p>
          <a:p>
            <a:pPr lvl="0" indent="0" marL="0">
              <a:buNone/>
            </a:pPr>
            <a:r>
              <a:rPr/>
              <a:t>저자: 자동 생성 분석 스크립트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목적: 펭귄 특성 분석 및 시각화</a:t>
            </a:r>
          </a:p>
          <a:p>
            <a:pPr lvl="0"/>
            <a:r>
              <a:rPr/>
              <a:t>포함 항목: 데이터 요약, 교차표·피봇, 주요 시각화(12개 이상), 인사이트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요약 정보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관측치(결측치 제거 후): 333</a:t>
            </a:r>
          </a:p>
          <a:p>
            <a:pPr lvl="0"/>
            <a:r>
              <a:rPr/>
              <a:t>주요 변수: 종(species), 섬(island), 부리 길이/깊이, 지느러미 길이, 체중, 성별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데이터셋 설명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출처: seaborn 내장 </a:t>
            </a:r>
            <a:r>
              <a:rPr>
                <a:latin typeface="Courier"/>
              </a:rPr>
              <a:t>penguins</a:t>
            </a:r>
            <a:r>
              <a:rPr/>
              <a:t> 데이터셋</a:t>
            </a:r>
          </a:p>
          <a:p>
            <a:pPr lvl="0"/>
            <a:r>
              <a:rPr/>
              <a:t>결측값 처리: 결측 행 제거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분석 방법론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정제: 결측값 제거</a:t>
            </a:r>
          </a:p>
          <a:p>
            <a:pPr lvl="0"/>
            <a:r>
              <a:rPr/>
              <a:t>시각화: 히스토그램, KDE, 산점도, 페어플롯, 박스/바이올린, 히트맵 등</a:t>
            </a:r>
          </a:p>
          <a:p>
            <a:pPr lvl="0"/>
            <a:r>
              <a:rPr/>
              <a:t>표: 교차표(species × island), 피봇(섬 × 종 평균 체중)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교차표: 종 × 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종별 표본이 특정 섬에 편중되어 있습니다.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피봇테이블: 섬 × 종 평균 체중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Adelie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Chinstrap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Gentoo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Biscoe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3709.66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5092.44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Dream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3701.36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3733.09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Torgersen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3708.51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일부 조합에서 데이터 부족으로 평균 계산이 불가합니다.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히스토그램: 체중 분포</a:t>
            </a:r>
          </a:p>
        </p:txBody>
      </p:sp>
      <p:pic>
        <p:nvPicPr>
          <p:cNvPr descr="output/hist_body_mas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히스토그램: 체중 분포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전체 체중 분포는 우측으로 약간 치우쳐 있으며, Gentoo가 비교적 무거운 경향을 보입니다.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KDE: 지느러미 길이 (종별)</a:t>
            </a:r>
          </a:p>
        </p:txBody>
      </p:sp>
      <p:pic>
        <p:nvPicPr>
          <p:cNvPr descr="output/kde_flipper_by_speci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794000" y="1193800"/>
            <a:ext cx="355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KDE: 지느러미 길이(종별)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Gentoo가 지느러미 길이에서 가장 큰 값을 가지며, 종별 분포 차이가 뚜렷합니다.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산점도: 지느러미 길이 vs 체중</a:t>
            </a:r>
          </a:p>
        </p:txBody>
      </p:sp>
      <p:pic>
        <p:nvPicPr>
          <p:cNvPr descr="output/scatter_flipper_bodymas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산점도: 지느러미 vs 체중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지느러미 길이와 체중 사이에 양의 상관 경향이 관찰됩니다.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페어플롯</a:t>
            </a:r>
          </a:p>
        </p:txBody>
      </p:sp>
      <p:pic>
        <p:nvPicPr>
          <p:cNvPr descr="output/pairplo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946400" y="1193800"/>
            <a:ext cx="325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페어플롯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변수 조합별로 종 분리도가 다르게 나타납니다.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박스플롯: 종별 체중</a:t>
            </a:r>
          </a:p>
        </p:txBody>
      </p:sp>
      <p:pic>
        <p:nvPicPr>
          <p:cNvPr descr="output/box_bodymass_by_speci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박스플롯: 종별 체중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Gentoo는 중앙값과 IQR이 큰 편입니다.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바이올린 플롯: 지느러미 길이(종별)</a:t>
            </a:r>
          </a:p>
        </p:txBody>
      </p:sp>
      <p:pic>
        <p:nvPicPr>
          <p:cNvPr descr="output/violin_flipper_by_speci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바이올린: 지느러미 길이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분포의 밀도와 다중 피크 여부를 시각적으로 파악할 수 있습니다.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종별 카운트</a:t>
            </a:r>
          </a:p>
        </p:txBody>
      </p:sp>
      <p:pic>
        <p:nvPicPr>
          <p:cNvPr descr="output/count_speci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카운트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Adelie 표본이 가장 많아 표본 불균형이 존재합니다.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15. 섬별 평균 체중(바 차트)</a:t>
            </a:r>
          </a:p>
        </p:txBody>
      </p:sp>
      <p:pic>
        <p:nvPicPr>
          <p:cNvPr descr="output/bar_bodymass_by_islan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섬별 평균 체중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섬 간 평균 체중 차이가 관찰됩니다.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16. 스웜플롯: 부리 길이(종별)</a:t>
            </a:r>
          </a:p>
        </p:txBody>
      </p:sp>
      <p:pic>
        <p:nvPicPr>
          <p:cNvPr descr="output/swarm_bill_length_by_speci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60600" y="1193800"/>
            <a:ext cx="461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스웜플롯: 부리 길이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개체 수준 분포를 보여주며 밀집 영역과 이상치를 확인할 수 있습니다.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17. 종별 체중 KDE</a:t>
            </a:r>
          </a:p>
        </p:txBody>
      </p:sp>
      <p:pic>
        <p:nvPicPr>
          <p:cNvPr descr="output/kde_body_mass_by_speci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체중 KDE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종별 체중 분포의 피크 및 폭 비교를 통해 특성을 파악합니다.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18. 상관행렬 히트맵</a:t>
            </a:r>
          </a:p>
        </p:txBody>
      </p:sp>
      <p:pic>
        <p:nvPicPr>
          <p:cNvPr descr="output/heatmap_cor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상관행렬 히트맵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flipper_length_mm과 body_mass_g는 강한 양의 상관(약 0.87)을 보입니다.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19. 종별 분할 산점도</a:t>
            </a:r>
          </a:p>
        </p:txBody>
      </p:sp>
      <p:pic>
        <p:nvPicPr>
          <p:cNvPr descr="output/facet_bill_scatte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257300"/>
            <a:ext cx="82296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분할 산점도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종별로 동일 변수 쌍에서 다른 패턴을 확인할 수 있습니다.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20. 요약 및 권장사항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주요 발견: 종별 체중 및 지느러미 길이 차이 뚜렷, 섬별 체중 차이 관찰, 표본 불균형</a:t>
            </a:r>
          </a:p>
          <a:p>
            <a:pPr lvl="0"/>
            <a:r>
              <a:rPr/>
              <a:t>권장 작업: 통계검정(ANOVA 등), 표본 편향 보정, 분류모델 검증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부록: 파일 및 테이블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결과 파일: </a:t>
            </a:r>
            <a:r>
              <a:rPr>
                <a:latin typeface="Courier"/>
              </a:rPr>
              <a:t>output/summary.csv</a:t>
            </a:r>
            <a:r>
              <a:rPr/>
              <a:t>, </a:t>
            </a:r>
            <a:r>
              <a:rPr>
                <a:latin typeface="Courier"/>
              </a:rPr>
              <a:t>output/crosstab_species_island.csv</a:t>
            </a:r>
            <a:r>
              <a:rPr/>
              <a:t>, </a:t>
            </a:r>
            <a:r>
              <a:rPr>
                <a:latin typeface="Courier"/>
              </a:rPr>
              <a:t>output/pivot_island_species_bodymass_mean.csv</a:t>
            </a:r>
          </a:p>
          <a:p>
            <a:pPr lvl="0"/>
            <a:r>
              <a:rPr/>
              <a:t>시각화 이미지: </a:t>
            </a:r>
            <a:r>
              <a:rPr>
                <a:latin typeface="Courier"/>
              </a:rPr>
              <a:t>output/</a:t>
            </a:r>
            <a:r>
              <a:rPr/>
              <a:t> 폴더 참조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 분석 슬라이드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 분석</a:t>
            </a:r>
          </a:p>
          <a:p>
            <a:pPr lvl="0" indent="0" marL="0">
              <a:buNone/>
            </a:pPr>
            <a:r>
              <a:rPr/>
              <a:t>저자: 자동 생성 분석 스크립트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목적: 펭귄 특성 분석 및 시각화</a:t>
            </a:r>
          </a:p>
          <a:p>
            <a:pPr lvl="0"/>
            <a:r>
              <a:rPr/>
              <a:t>포함 항목: 데이터 요약, 교차표·피봇, 주요 시각화(12개 이상), 인사이트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2025-12-23T13:27:02Z</dcterms:created>
  <dcterms:modified xsi:type="dcterms:W3CDTF">2025-12-23T13:27:02Z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