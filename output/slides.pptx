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펭귄 데이터 분석 슬라이드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제목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펭귄 데이터셋 분석</a:t>
            </a:r>
          </a:p>
          <a:p>
            <a:pPr lvl="0" indent="0" marL="0">
              <a:buNone/>
            </a:pPr>
            <a:r>
              <a:rPr/>
              <a:t>저자: 분석 스크립트 자동 생성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목적: 펭귄 데이터 시각화 및 인사이트 제공</a:t>
            </a:r>
          </a:p>
          <a:p>
            <a:pPr lvl="0"/>
            <a:r>
              <a:rPr/>
              <a:t>포함: 교차표, 피봇, 12개 이상 시각화 및 분석 인사이트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요약 정보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결측치 제거 후 관측치 수: 333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데이터셋 설명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변수: species, island, bill_length_mm, bill_depth_mm, flipper_length_mm, body_mass_g, sex</a:t>
            </a:r>
          </a:p>
          <a:p>
            <a:pPr lvl="0"/>
            <a:r>
              <a:rPr/>
              <a:t>출처: seaborn 내장 </a:t>
            </a:r>
            <a:r>
              <a:rPr>
                <a:latin typeface="Courier"/>
              </a:rPr>
              <a:t>penguins</a:t>
            </a:r>
            <a:r>
              <a:rPr/>
              <a:t> 데이터셋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방법론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데이터 정제: 결측값 제거</a:t>
            </a:r>
          </a:p>
          <a:p>
            <a:pPr lvl="0"/>
            <a:r>
              <a:rPr/>
              <a:t>시각화: 히스토그램, KDE, 박스/바이올린, 산점도, 페어플롯, 히트맵 등</a:t>
            </a:r>
          </a:p>
          <a:p>
            <a:pPr lvl="0"/>
            <a:r>
              <a:rPr/>
              <a:t>표: 교차표(species x island), 피봇(섬 x 종 평균 체중)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교차표: species x island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Biscoe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Torgersen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Adelie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Chinstrap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Gentoo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종별로 특정 섬에 편중된 표본 분포가 관측됩니다. 보전 및 추가 표본설계 시 참고하세요.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피봇테이블: 섬 x 종 평균 체중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island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Gentoo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Biscoe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3709.66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5092.44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3701.36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3733.09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Torgersen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3708.51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섬별로 동일 종의 평균 체중 차이가 존재할 수 있으며, 추가 통계 검정으로 확인 권장.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히스토그램: 체중 분포</a:t>
            </a:r>
          </a:p>
        </p:txBody>
      </p:sp>
      <p:pic>
        <p:nvPicPr>
          <p:cNvPr descr="output/hist_body_m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히스토그램: 체중 분포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체중은 약간 우측편향이며 Gentoo가 상대적으로 더 무겁습니다.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KDE: 지느러미 길이 (종별)</a:t>
            </a:r>
          </a:p>
        </p:txBody>
      </p:sp>
      <p:pic>
        <p:nvPicPr>
          <p:cNvPr descr="output/kde_flipper_by_spe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0" y="1193800"/>
            <a:ext cx="3556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KDE: 지느러미 길이(종별)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Gentoo가 평균 지느러미 길이가 길며 종별 분포 차이가 뚜렷합니다.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산점도: 지느러미 길이 vs 체중</a:t>
            </a:r>
          </a:p>
        </p:txBody>
      </p:sp>
      <p:pic>
        <p:nvPicPr>
          <p:cNvPr descr="output/scatter_flipper_bodym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산점도: 지느러미 vs 체중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양의 상관관계가 관찰되며 종별 군집이 존재합니다.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페어플롯</a:t>
            </a:r>
          </a:p>
        </p:txBody>
      </p:sp>
      <p:pic>
        <p:nvPicPr>
          <p:cNvPr descr="output/pair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193800"/>
            <a:ext cx="325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페어플롯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변수쌍마다 종 분리력 차이가 있으며, 분류모형 변수 선택 시 참고됩니다.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박스플롯: 종별 체중</a:t>
            </a:r>
          </a:p>
        </p:txBody>
      </p:sp>
      <p:pic>
        <p:nvPicPr>
          <p:cNvPr descr="output/box_bodymass_by_spe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박스플롯: 종별 체중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Gentoo는 중앙값이 높고 변동성도 큽니다.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바이올린: 지느러미 길이(종별)</a:t>
            </a:r>
          </a:p>
        </p:txBody>
      </p:sp>
      <p:pic>
        <p:nvPicPr>
          <p:cNvPr descr="output/violin_flipper_by_spe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바이올린: 지느러미 길이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분포 형태와 내부 구조(다중 모드 등)를 보여줍니다.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종별 카운트</a:t>
            </a:r>
          </a:p>
        </p:txBody>
      </p:sp>
      <p:pic>
        <p:nvPicPr>
          <p:cNvPr descr="output/count_spe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종별 카운트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Adelie 표본이 가장 많아 표본 편향 가능성이 있습니다.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섬별 평균 체중(바 차트)</a:t>
            </a:r>
          </a:p>
        </p:txBody>
      </p:sp>
      <p:pic>
        <p:nvPicPr>
          <p:cNvPr descr="output/bar_bodymass_by_isl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섬별 평균 체중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섬 간 체중 차이는 지역적 생태 요인을 시사합니다.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스웜플롯: 부리 길이(종별)</a:t>
            </a:r>
          </a:p>
        </p:txBody>
      </p:sp>
      <p:pic>
        <p:nvPicPr>
          <p:cNvPr descr="output/swarm_bill_length_by_spe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스웜플롯: 부리 길이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개체 수준 분포를 보여주며 성별/종별 차이를 파악할 수 있습니다.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종별 체중 KDE</a:t>
            </a:r>
          </a:p>
        </p:txBody>
      </p:sp>
      <p:pic>
        <p:nvPicPr>
          <p:cNvPr descr="output/kde_body_mass_by_spe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종별 체중 KDE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연속 밀도 비교로 종별 특성 및 중첩 정도를 확인합니다.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상관행렬 히트맵</a:t>
            </a:r>
          </a:p>
        </p:txBody>
      </p:sp>
      <p:pic>
        <p:nvPicPr>
          <p:cNvPr descr="output/heatmap_cor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193800"/>
            <a:ext cx="345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상관행렬 히트맵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flipper_length_mm과 body_mass_g는 강한 양의 상관(약 0.87)을 보입니다.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종별 분할 산점도</a:t>
            </a:r>
          </a:p>
        </p:txBody>
      </p:sp>
      <p:pic>
        <p:nvPicPr>
          <p:cNvPr descr="output/facet_bill_scatt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종별 분할 산점도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설명: 종별 패턴 차이로 변수의 판별력을 확인할 수 있습니다.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요약 및 권장사항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주요 발견: 종별 체중 및 지느러미 길이 차이 뚜렷, 섬별 체중 차이 관찰, 표본 수 불균형.</a:t>
            </a:r>
          </a:p>
          <a:p>
            <a:pPr lvl="0"/>
            <a:r>
              <a:rPr/>
              <a:t>권장: (1) 섬 간 차이 통계검정, (2) 표본 편향 보정, (3) 분류모델 실험(교차검증).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부록: 파일 및 테이블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결과 파일: </a:t>
            </a:r>
            <a:r>
              <a:rPr>
                <a:latin typeface="Courier"/>
              </a:rPr>
              <a:t>output/summary.csv</a:t>
            </a:r>
            <a:r>
              <a:rPr/>
              <a:t>, </a:t>
            </a:r>
            <a:r>
              <a:rPr>
                <a:latin typeface="Courier"/>
              </a:rPr>
              <a:t>output/crosstab_species_island.csv</a:t>
            </a:r>
            <a:r>
              <a:rPr/>
              <a:t>, </a:t>
            </a:r>
            <a:r>
              <a:rPr>
                <a:latin typeface="Courier"/>
              </a:rPr>
              <a:t>output/pivot_island_species_bodymass_mean.csv</a:t>
            </a:r>
          </a:p>
          <a:p>
            <a:pPr lvl="0"/>
            <a:r>
              <a:rPr/>
              <a:t>모든 시각화 이미지: output/ 폴더 참조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2025-12-23T13:19:55Z</dcterms:created>
  <dcterms:modified xsi:type="dcterms:W3CDTF">2025-12-23T13:19:55Z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